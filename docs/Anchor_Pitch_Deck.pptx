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3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5.png"/><Relationship Id="rId6" Type="http://schemas.openxmlformats.org/officeDocument/2006/relationships/image" Target="../media/image-9-5.png"/><Relationship Id="rId7" Type="http://schemas.openxmlformats.org/officeDocument/2006/relationships/image" Target="../media/image-9-5.png"/><Relationship Id="rId8" Type="http://schemas.openxmlformats.org/officeDocument/2006/relationships/image" Target="../media/image-9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B4E52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2B4E5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566928" cy="566928"/>
          </a:xfrm>
          <a:prstGeom prst="ellipse">
            <a:avLst/>
          </a:prstGeom>
          <a:solidFill>
            <a:srgbClr val="84B59F"/>
          </a:solidFill>
          <a:ln/>
        </p:spPr>
      </p:sp>
      <p:pic>
        <p:nvPicPr>
          <p:cNvPr id="5" name="Image 0" descr="/home/claude/genalpha-hackathon/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548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658368" y="3520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consent-based digital wellbeing co-pilot for Gen Alpha families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41605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surveillance. A check-in kids choose, and a pattern parents can finally see.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Builders Hackathon 2026  •  Team Gaya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 can see the symptoms. Nobody can see the pattern.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801368"/>
            <a:ext cx="457200" cy="457200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6" name="Image 0" descr="/home/claude/genalpha-hackathon/deck/icons/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3774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289864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Gen Alpha kids have used a tablet by age 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64992" y="16002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801368"/>
            <a:ext cx="457200" cy="457200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11" name="Image 1" descr="/home/claude/genalpha-hackathon/deck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9202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3774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hrs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547872" y="289864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social media use for 2 in 3 kids aged 8–10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27064" y="16002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28232" y="1801368"/>
            <a:ext cx="457200" cy="457200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16" name="Image 2" descr="/home/claude/genalpha-hackathon/deck/icons/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19202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23774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 → 16%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409944" y="289864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emotional/behavioral concerns, ages 3–5 (2018–2023)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89136" y="16002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90304" y="1801368"/>
            <a:ext cx="457200" cy="457200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21" name="Image 3" descr="/home/claude/genalpha-hackathon/deck/icons/eyeo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192024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016" y="23774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272016" y="289864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apps that combine usage data with an honest mood signal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02920" y="397764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toddler who only eats with a screen on. A meltdown the second a device is taken away. Rising anxiety diagnoses researchers tie to the </a:t>
            </a:r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“Great Rewiring of Childhood.”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Existing parental-control apps (Bark, Qustodio, Family Link) report screen time — not how a child is actually doing.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0292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Annie E. Casey Foundation; CDC survey data; Psychology Today / Jonathan Haidt, The Anxious Generation — see Research Dossier.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— AI Builders Hackathon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apps, one honest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84B59F"/>
          </a:solidFill>
          <a:ln/>
        </p:spPr>
      </p:sp>
      <p:pic>
        <p:nvPicPr>
          <p:cNvPr id="6" name="Image 0" descr="/home/claude/genalpha-hackathon/deck/icons/sm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568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Kid App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63040" y="23591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creature that grows with honest check-ins — not happy ones.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3063240"/>
            <a:ext cx="384048" cy="384048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10" name="Image 1" descr="/home/claude/genalpha-hackathon/deck/icons/sm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5468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008376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Check — 15-second emoji + optional camera-assisted suggestion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77240" y="3749040"/>
            <a:ext cx="384048" cy="384048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13" name="Image 2" descr="/home/claude/genalpha-hackathon/deck/icons/mes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404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694176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voice or text journal, always visible to the child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77240" y="4434840"/>
            <a:ext cx="384048" cy="384048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16" name="Image 3" descr="/home/claude/genalpha-hackathon/deck/icons/aw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2628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4379976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grows the pet for showing up — skipping is allowed, not punished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777240" y="5120640"/>
            <a:ext cx="384048" cy="384048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19" name="Image 4" descr="/home/claude/genalpha-hackathon/deck/icons/eyeo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12080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5065776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my parent can see” screen, always one tap away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309360" y="164592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583680" y="192024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3" name="Image 5" descr="/home/claude/genalpha-hackathon/deck/icons/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2039112"/>
            <a:ext cx="310896" cy="31089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269480" y="19568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App</a:t>
            </a:r>
            <a:endParaRPr lang="en-US" sz="2000" dirty="0"/>
          </a:p>
        </p:txBody>
      </p:sp>
      <p:sp>
        <p:nvSpPr>
          <p:cNvPr id="25" name="Text 17"/>
          <p:cNvSpPr/>
          <p:nvPr/>
        </p:nvSpPr>
        <p:spPr>
          <a:xfrm>
            <a:off x="7269480" y="23591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Pattern-level visibility, written as a conversation — never a diagnosis.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6583680" y="3063240"/>
            <a:ext cx="384048" cy="384048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27" name="Image 6" descr="/home/claude/genalpha-hackathon/deck/icons/trend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3154680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086600" y="3008376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20-day rolling trend: mood, usage mix, transition reactions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6583680" y="3749040"/>
            <a:ext cx="384048" cy="384048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30" name="Image 7" descr="/home/claude/genalpha-hackathon/deck/icons/bel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3840480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086600" y="3694176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alerts on sustained shifts — never a single bad day</a:t>
            </a:r>
            <a:endParaRPr lang="en-US" sz="1250" dirty="0"/>
          </a:p>
        </p:txBody>
      </p:sp>
      <p:sp>
        <p:nvSpPr>
          <p:cNvPr id="32" name="Shape 22"/>
          <p:cNvSpPr/>
          <p:nvPr/>
        </p:nvSpPr>
        <p:spPr>
          <a:xfrm>
            <a:off x="6583680" y="4434840"/>
            <a:ext cx="384048" cy="384048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33" name="Image 8" descr="/home/claude/genalpha-hackathon/deck/icons/messa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4526280"/>
            <a:ext cx="201168" cy="20116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086600" y="4379976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weekly digest with a conversation-starter prompt</a:t>
            </a:r>
            <a:endParaRPr lang="en-US" sz="1250" dirty="0"/>
          </a:p>
        </p:txBody>
      </p:sp>
      <p:sp>
        <p:nvSpPr>
          <p:cNvPr id="35" name="Shape 24"/>
          <p:cNvSpPr/>
          <p:nvPr/>
        </p:nvSpPr>
        <p:spPr>
          <a:xfrm>
            <a:off x="6583680" y="5120640"/>
            <a:ext cx="384048" cy="384048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36" name="Image 9" descr="/home/claude/genalpha-hackathon/deck/icons/shiel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0" y="5212080"/>
            <a:ext cx="201168" cy="20116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086600" y="5065776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video/audio, ever — only derived, on-device scores sync</a:t>
            </a:r>
            <a:endParaRPr lang="en-US" sz="1250" dirty="0"/>
          </a:p>
        </p:txBody>
      </p:sp>
      <p:sp>
        <p:nvSpPr>
          <p:cNvPr id="38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— AI Builders Hackathon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whole family, not just the parent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6" name="Image 0" descr="/home/claude/genalpha-hackathon/deck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30552"/>
            <a:ext cx="329184" cy="329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97480" y="212140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E7F0E9"/>
          </a:solidFill>
          <a:ln/>
        </p:spPr>
      </p:sp>
      <p:sp>
        <p:nvSpPr>
          <p:cNvPr id="8" name="Text 5"/>
          <p:cNvSpPr/>
          <p:nvPr/>
        </p:nvSpPr>
        <p:spPr>
          <a:xfrm>
            <a:off x="2697480" y="212140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724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 &amp; caregivers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kids roughly age 5–12 — already worried (80% cite screen time), but flying blind on what's actually going 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17373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011680"/>
            <a:ext cx="566928" cy="566928"/>
          </a:xfrm>
          <a:prstGeom prst="ellipse">
            <a:avLst/>
          </a:prstGeom>
          <a:solidFill>
            <a:srgbClr val="84B59F"/>
          </a:solidFill>
          <a:ln/>
        </p:spPr>
      </p:sp>
      <p:pic>
        <p:nvPicPr>
          <p:cNvPr id="13" name="Image 1" descr="/home/claude/genalpha-hackathon/deck/icons/sm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130552"/>
            <a:ext cx="329184" cy="32918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92240" y="212140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E7F0E9"/>
          </a:solidFill>
          <a:ln/>
        </p:spPr>
      </p:sp>
      <p:sp>
        <p:nvSpPr>
          <p:cNvPr id="15" name="Text 11"/>
          <p:cNvSpPr/>
          <p:nvPr/>
        </p:nvSpPr>
        <p:spPr>
          <a:xfrm>
            <a:off x="6492240" y="212140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57200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child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572000" y="3273552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first-class user, not a monitoring target. The product only works if kids want to open it.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92440" y="17373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66760" y="2011680"/>
            <a:ext cx="566928" cy="566928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20" name="Image 2" descr="/home/claude/genalpha-hackathon/deck/icons/user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130552"/>
            <a:ext cx="329184" cy="32918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287000" y="212140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FCEEE9"/>
          </a:solidFill>
          <a:ln/>
        </p:spPr>
      </p:sp>
      <p:sp>
        <p:nvSpPr>
          <p:cNvPr id="22" name="Text 17"/>
          <p:cNvSpPr/>
          <p:nvPr/>
        </p:nvSpPr>
        <p:spPr>
          <a:xfrm>
            <a:off x="10287000" y="212140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2+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836676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counselors &amp; pediatricians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366760" y="3273552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parent-permissioned intake tool ahead of a real consultation — never a replacement for one.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— AI Builders Hackathon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ships at the hackathon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801368"/>
            <a:ext cx="438912" cy="438912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6" name="Image 0" descr="/home/claude/genalpha-hackathon/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0195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83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Consent-first onboarding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4088" y="2313432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Kid-friendly explanation of exactly what's tracked, plus an always-visible “what my parent sees” screen.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34256" y="1600200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35424" y="1801368"/>
            <a:ext cx="438912" cy="438912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11" name="Image 1" descr="/home/claude/genalpha-hackathon/deck/icons/sm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90195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11496" y="1783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 Check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35424" y="2313432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Camera-assisted + self-report mood logging, journal note, gamified pet growth tied to consistency.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65592" y="1600200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801368"/>
            <a:ext cx="438912" cy="438912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16" name="Image 2" descr="/home/claude/genalpha-hackathon/deck/icons/wat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190195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42832" y="1783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 check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66760" y="2313432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one-tap emoji prompt ~60–90s after a screen session ends — captures withdrawal reaction with zero camera/mic use.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3355848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" y="3557016"/>
            <a:ext cx="438912" cy="438912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21" name="Image 3" descr="/home/claude/genalpha-hackathon/deck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65760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5387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dashboard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4088" y="406908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20-day rolling trend view: mood, usage mix, transition reactions — not a minute-by-minute feed.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34256" y="3355848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35424" y="3557016"/>
            <a:ext cx="438912" cy="438912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26" name="Image 4" descr="/home/claude/genalpha-hackathon/deck/icons/be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65760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11496" y="35387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Gentle alerting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35424" y="406908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Pattern-change detection triggers a “worth checking in on” nudge — never a clinical label.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65592" y="3355848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3557016"/>
            <a:ext cx="438912" cy="438912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31" name="Image 5" descr="/home/claude/genalpha-hackathon/deck/icons/messa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365760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42832" y="35387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conversation starters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66760" y="406908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 turns the week's pattern into one specific, low-drama question to ask.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— AI Builders Hackathon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 — privacy-first by construction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1965960"/>
            <a:ext cx="640080" cy="640080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6" name="Image 0" descr="/home/claude/genalpha-hackathon/deck/icons/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972" y="20848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432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layer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Kid app (React Native)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372160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 app (React Native)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419709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Separate permission surfaces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041648" y="30861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297680" y="169164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EAF2EE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37860" y="1965960"/>
            <a:ext cx="640080" cy="640080"/>
          </a:xfrm>
          <a:prstGeom prst="ellipse">
            <a:avLst/>
          </a:prstGeom>
          <a:solidFill>
            <a:srgbClr val="84B59F"/>
          </a:solidFill>
          <a:ln/>
        </p:spPr>
      </p:sp>
      <p:pic>
        <p:nvPicPr>
          <p:cNvPr id="14" name="Image 1" descr="/home/claude/genalpha-hackathon/deck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208483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0560" y="27432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intelligence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17720" y="324612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Child-tuned FER (MediaPipe)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617720" y="372160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On-device sentiment/NLP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617720" y="419709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Raw media never leaves device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836408" y="30861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8092440" y="169164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532620" y="1965960"/>
            <a:ext cx="640080" cy="640080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22" name="Image 2" descr="/home/claude/genalpha-hackathon/deck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492" y="2084832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75320" y="27432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412480" y="324612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Pattern-aggregation service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412480" y="372160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Rule-based trend/anomaly engine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412480" y="419709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E2E-encrypted, minimal retention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02920" y="51663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 (Claude) is used only for weekly-digest text generation on already-aggregated, de-identified pattern data — never on raw journal audio, video, or text.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— AI Builders Hackathon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for interpretability, not just power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947672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6" name="Image 0" descr="/home/claude/genalpha-hackathon/deck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66544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2938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computer vision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2560320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/ TFLite child-tuned facial-expression assist — session-scoped, opt-in only.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82512" y="1947672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1" name="Image 1" descr="/home/claude/genalpha-hackathon/deck/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2066544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92938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NLP / sentiment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82512" y="2560320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classifier scores journal tone locally for instant feedback.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913632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8952" y="4169664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6" name="Image 2" descr="/home/claude/genalpha-hackathon/deck/icons/sm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288536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15137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LLM (Claude)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58952" y="4782312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aggregated pattern data into a plain-language digest and one good question to ask.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26480" y="3913632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2512" y="4169664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1" name="Image 3" descr="/home/claude/genalpha-hackathon/deck/icons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4288536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15137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/ anomaly detection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382512" y="4782312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statistics over black-box ML — a false “diagnosis” is worse than a missed alert.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— AI Builders Hackathon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B4E5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“you're on your phone too much” to an actual conversation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566928" cy="566928"/>
          </a:xfrm>
          <a:prstGeom prst="ellipse">
            <a:avLst/>
          </a:prstGeom>
          <a:solidFill>
            <a:srgbClr val="84B59F"/>
          </a:solidFill>
          <a:ln/>
        </p:spPr>
      </p:sp>
      <p:pic>
        <p:nvPicPr>
          <p:cNvPr id="6" name="Image 0" descr="/home/claude/genalpha-hackathon/deck/icon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0848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1109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parents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97680" y="187452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specific, low-drama conversation grounded in a real pattern — not a guess or a gut reaction.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4360" y="3291840"/>
            <a:ext cx="566928" cy="566928"/>
          </a:xfrm>
          <a:prstGeom prst="ellipse">
            <a:avLst/>
          </a:prstGeom>
          <a:solidFill>
            <a:srgbClr val="84B59F"/>
          </a:solidFill>
          <a:ln/>
        </p:spPr>
      </p:sp>
      <p:pic>
        <p:nvPicPr>
          <p:cNvPr id="10" name="Image 1" descr="/home/claude/genalpha-hackathon/deck/icons/sm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41071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23697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kids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297680" y="320040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check-in they choose, that never punishes honesty — and visibly rewards showing up, not performing happiness.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94360" y="4617720"/>
            <a:ext cx="566928" cy="566928"/>
          </a:xfrm>
          <a:prstGeom prst="ellipse">
            <a:avLst/>
          </a:prstGeom>
          <a:solidFill>
            <a:srgbClr val="84B59F"/>
          </a:solidFill>
          <a:ln/>
        </p:spPr>
      </p:sp>
      <p:pic>
        <p:nvPicPr>
          <p:cNvPr id="14" name="Image 2" descr="/home/claude/genalpha-hackathon/dec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73659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56285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ecosystem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297680" y="452628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credible, privacy-first alternative right as COPPA, BIPA, and GDPR-K tighten around the surveillance-app category.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— AI Builders Hackathon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NON-NEGOTIABLES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&amp; trust by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CEEE9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Anchor never does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7" name="Image 0" descr="/home/claude/genalpha-hackathon/deck/icons/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68833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53288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camera or microphone access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355848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0" name="Image 1" descr="/home/claude/genalpha-hackathon/deck/icons/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43814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28269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or covert facial/voice capture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4105656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3" name="Image 2" descr="/home/claude/genalpha-hackathon/deck/icons/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18795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03250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claim to diagnose anxiety, depression, or a clinical condition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4855464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6" name="Image 3" descr="/home/claude/genalpha-hackathon/deck/icons/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93776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478231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video/audio leaving the device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309360" y="16916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EAF2EE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629400" y="19659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Anchor always does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6629400" y="2606040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1" name="Image 4" descr="/home/claude/genalpha-hackathon/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2688336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32320" y="253288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Opt-in, session-scoped, visibly-indicated capture only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629400" y="3355848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4" name="Image 5" descr="/home/claude/genalpha-hackathon/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696" y="3438144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132320" y="328269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On-device-first processing for anything biometric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629400" y="4105656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7" name="Image 6" descr="/home/claude/genalpha-hackathon/dec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1696" y="4187952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132320" y="403250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framed as “worth a conversation,” with real resources linked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6629400" y="4855464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30" name="Image 7" descr="/home/claude/genalpha-hackathon/deck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1696" y="4937760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132320" y="478231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COPPA (2025), BIPA-style, and GDPR-K principles from day one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— AI Builders Hackathon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377440"/>
            <a:ext cx="9692640" cy="0"/>
          </a:xfrm>
          <a:prstGeom prst="line">
            <a:avLst/>
          </a:prstGeom>
          <a:noFill/>
          <a:ln w="25400">
            <a:solidFill>
              <a:srgbClr val="E1E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03120"/>
            <a:ext cx="566928" cy="566928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6" name="Image 0" descr="/home/claude/genalpha-hackathon/deck/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219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34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2 weeks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3520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 check-in app + gamified loop, parent dashboard on simulated data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0" y="2103120"/>
            <a:ext cx="566928" cy="566928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11" name="Image 1" descr="/home/claude/genalpha-hackathon/deck/icons/smart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22219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63240" y="2834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063240" y="3200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063240" y="3520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screen-time API, on-device FER, 20–50 pilot families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89320" y="2103120"/>
            <a:ext cx="566928" cy="566928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16" name="Image 2" descr="/home/claude/genalpha-hackathon/deck/icons/user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222199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2834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577840" y="3200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577840" y="3520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journaling, clinical-advisor review of alert thresholds, school pilot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503920" y="2103120"/>
            <a:ext cx="566928" cy="566928"/>
          </a:xfrm>
          <a:prstGeom prst="ellipse">
            <a:avLst/>
          </a:prstGeom>
          <a:solidFill>
            <a:srgbClr val="3B6E71"/>
          </a:solidFill>
          <a:ln/>
        </p:spPr>
      </p:sp>
      <p:pic>
        <p:nvPicPr>
          <p:cNvPr id="21" name="Image 3" descr="/home/claude/genalpha-hackathon/dec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2" y="222199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92440" y="2834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92440" y="3200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092440" y="3520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review, compliance audit, broader rollout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02920" y="534924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1F3B3F"/>
          </a:solidFill>
          <a:ln/>
        </p:spPr>
      </p:sp>
      <p:sp>
        <p:nvSpPr>
          <p:cNvPr id="26" name="Text 20"/>
          <p:cNvSpPr/>
          <p:nvPr/>
        </p:nvSpPr>
        <p:spPr>
          <a:xfrm>
            <a:off x="731520" y="53492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covert. Nothing diagnostic. Everything the child can see.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— AI Builders Hackathon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2026-08-26T15:41:48Z</dcterms:created>
  <dcterms:modified xsi:type="dcterms:W3CDTF">2026-08-26T15:41:48Z</dcterms:modified>
</cp:coreProperties>
</file>